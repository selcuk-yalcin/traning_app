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Fire Protection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Yangın önleme · algılama · müdahale · tahliye · Infera Deep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Öğrenme hedefleri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Yangın üçgenini (yanıcı / oksijen / tutuşturucu kaynak) işyerinde tanımak</a:t>
            </a:r>
          </a:p>
          <a:p>
            <a:pPr/>
            <a:r>
              <a:t>Uygun yangın sınıfına göre söndürücü seçimi ve güvenli kullanım</a:t>
            </a:r>
          </a:p>
          <a:p>
            <a:pPr/>
            <a:r>
              <a:t>Alarm, bildirim ve tahliye rollerini netleştirmek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Yangın bilimi ve sınıflandırma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Yangın sınıfları (özet)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— Katı yanabilirler (ör. kağıt, ahşap)</a:t>
            </a:r>
          </a:p>
          <a:p>
            <a:pPr/>
            <a:r>
              <a:t>B — Yanıcı sıvılar ve gazlar</a:t>
            </a:r>
          </a:p>
          <a:p>
            <a:pPr/>
            <a:r>
              <a:t>C — Enerjili ekipman yangınları</a:t>
            </a:r>
          </a:p>
          <a:p>
            <a:pPr/>
            <a:r>
              <a:t>D — Yanıcı metaller · K — Yemek yağları (mutfak)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Önleme ve güvenli çalışma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Kaynak işleri izinleri ve ateşleyici ortamda çalışma kuralları</a:t>
            </a:r>
          </a:p>
          <a:p>
            <a:pPr/>
            <a:r>
              <a:t>Yanıcı madde depolama ve havalandırma</a:t>
            </a:r>
          </a:p>
          <a:p>
            <a:pPr/>
            <a:r>
              <a:t>Elektrik dolapları, kablo düzeni ve yük kontrolü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Algılama ve alarm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Duman / ısı dedektörleri ve bildirim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Alarmı duyunca: güvenli tahliye önceliklidir</a:t>
            </a:r>
          </a:p>
          <a:p>
            <a:pPr/>
            <a:r>
              <a:t>Asansör kullanmayın; yangın merdivenlerini kullanın</a:t>
            </a:r>
          </a:p>
          <a:p>
            <a:pPr/>
            <a:r>
              <a:t>Toplanma bölgesinde yoklama ve eksik kişi raporu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Söndürme ekipmanları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Söndürücü kullanımı (PASS)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 — Pin çek</a:t>
            </a:r>
          </a:p>
          <a:p>
            <a:r>
              <a:t>A — Aim hedefle</a:t>
            </a:r>
          </a:p>
          <a:p>
            <a:r>
              <a:t>S — Squeeze tetik</a:t>
            </a:r>
          </a:p>
          <a:p>
            <a:r>
              <a:t>S — Sweep salla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Yanlış sınıf → yangını büyütebilir</a:t>
            </a:r>
          </a:p>
          <a:p>
            <a:r>
              <a:t>Örn: su ile B/C yangını yok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Kontrol listesi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Basınç göstergesi ve mühür / tarih kontrolü</a:t>
            </a:r>
          </a:p>
          <a:p>
            <a:pPr/>
            <a:r>
              <a:t>Erişim yolu önünde engel olmaması</a:t>
            </a:r>
          </a:p>
          <a:p>
            <a:pPr/>
            <a:r>
              <a:t>Yıllık bakım ve eğitim kayıtları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Tahliye ve tatbikat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ve tatbikat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Alternatif çıkış haritaları ve işaretlemeler</a:t>
            </a:r>
          </a:p>
          <a:p>
            <a:pPr/>
            <a:r>
              <a:t>Engelli ve ziyaretçi prosedürleri</a:t>
            </a:r>
          </a:p>
          <a:p>
            <a:pPr/>
            <a:r>
              <a:t>Yıllık tahliye tatbikatı ve iyileştirme aksiyonları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Özet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Kısa sınav · yangın ekipmanı turu · rol netleştirme toplantısı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