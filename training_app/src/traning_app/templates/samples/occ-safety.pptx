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Katılımcı sayısı ve sektöre göre süreyi 45–90 dk arasında ayarlayın.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İş Güvenliği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Standart İSG eğitim iskeleti · Infera Deep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Öğrenme hedefleri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Temel risk faktörlerini tanımak ve önceliklendirmek</a:t>
            </a:r>
          </a:p>
          <a:p>
            <a:pPr/>
            <a:r>
              <a:t>Uygun kişisel koruyucu donanımı (KKD) seçmek ve kullanmak</a:t>
            </a:r>
          </a:p>
          <a:p>
            <a:pPr/>
            <a:r>
              <a:t>Olay ve tehlikeli durum bildirim prosedürlerini uygulamak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Yasal çerçeve ve sorumluluklar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Çalışan ve işveren yükümlülükleri (özet)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İSG mevzuatına uyum ve işyerinde güvenli çalışma düzeni</a:t>
            </a:r>
          </a:p>
          <a:p>
            <a:pPr/>
            <a:r>
              <a:t>Risk değerlendirmesi ve önlemlerin hayata geçirilmesi</a:t>
            </a:r>
          </a:p>
          <a:p>
            <a:pPr/>
            <a:r>
              <a:t>Eğitim, bilgilendirme ve kayıt tutma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tanıma ve değerlendirme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Tehlike kaynakları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Mekanik: sıkışma, keskin yüzeyler, hareketli parçalar</a:t>
            </a:r>
          </a:p>
          <a:p>
            <a:pPr/>
            <a:r>
              <a:t>Elektrik: temas, ark flaşı, kaçak akım</a:t>
            </a:r>
          </a:p>
          <a:p>
            <a:pPr/>
            <a:r>
              <a:t>Ergonomi: tekrarlayan hareketler, duruş, manuel kaldırma</a:t>
            </a:r>
          </a:p>
          <a:p>
            <a:pPr/>
            <a:r>
              <a:t>Kimyasal / biyolojik / psikososyal riskler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matrisi (örnek)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Olasılık</a:t>
            </a:r>
          </a:p>
          <a:p>
            <a:r>
              <a:t>Düşük / Orta / Yüksek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Şiddet</a:t>
            </a:r>
          </a:p>
          <a:p>
            <a:r>
              <a:t>Hafif / Ciddi / Ölümcül</a:t>
            </a:r>
          </a:p>
          <a:p>
            <a:r>
              <a:t>→ Öncelik aksiyonları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Kişisel koruyucu donanım (KKD)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KKD seçimi ve bakımı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 tipine uygun CE / standart etiketleri ve doğru beden</a:t>
            </a:r>
          </a:p>
          <a:p>
            <a:pPr/>
            <a:r>
              <a:t>Ayakkabı, eldiven, göz/yüz koruma, işitme ve solunum koruma</a:t>
            </a:r>
          </a:p>
          <a:p>
            <a:pPr/>
            <a:r>
              <a:t>Temizlik, saklama ve arızalı ekipmanın raporlanması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Makine ve elektrik güvenliği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Temel kurallar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LOTO / enerji izolasyonu politikalarına uyum</a:t>
            </a:r>
          </a:p>
          <a:p>
            <a:pPr/>
            <a:r>
              <a:t>Koruyucu tertibatların devreye alınması ve bakım kilidi</a:t>
            </a:r>
          </a:p>
          <a:p>
            <a:pPr/>
            <a:r>
              <a:t>Yetkisiz müdahale etmeme ve devreye alma prosedürleri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Acil durum ve olay yönetimi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Bildirim ve tahliye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Acil çıkışlar, toplanma alanı ve ilk yardım noktaları</a:t>
            </a:r>
          </a:p>
          <a:p>
            <a:pPr/>
            <a:r>
              <a:t>Olay bildirimi: kim, ne zaman, hangi kanallar</a:t>
            </a:r>
          </a:p>
          <a:p>
            <a:pPr/>
            <a:r>
              <a:t>Kök neden analizi için olay kaydı ve kanıt koruma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Özet ve sonraki adımlar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Kısa bilgi quiz · yerinde gözlem checklist'i · periyodik tekrar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